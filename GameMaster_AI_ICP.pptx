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Ideal Customer Profile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GameMaster AI  |  Who to Sell To &amp; Who to Walk Away From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real venue outreach — Las Vegas market,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Types of Venues Exist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board game venue is a fit. The business model determines everything.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931920" cy="54864"/>
          </a:xfrm>
          <a:prstGeom prst="rect">
            <a:avLst/>
          </a:prstGeom>
          <a:solidFill>
            <a:srgbClr val="0F9B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Experience-Driven Café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a cover fee ($5–$10)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dwell time (food, drinks, game sales)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actively teaches &amp; engages customers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events, game nights, loyalty programs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54480"/>
            <a:ext cx="393192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 Library / Retail Store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74920" y="23774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game borrowing, no cover charge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relies on hope: "maybe they buy something"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teaching, no customer engagement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CRM, no outreach, no community building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B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Ideal Customer Profile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960120"/>
            <a:ext cx="54864" cy="6858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05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 Charge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017520" y="1005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$5–$10 per visit. Proves they value the in-store experience and have a revenue baseline beyond retail.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737360"/>
            <a:ext cx="54864" cy="6858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783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Teaching Staff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017520" y="1783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Employs staff who teach games. This is the $2,400–$4,800/mo labor cost that GameMaster AI directly replaces.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514600"/>
            <a:ext cx="54864" cy="6858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560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Mindset Owner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017520" y="2560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in terms of customer lifetime value and upside — not just line-item costs. Willing to invest in tools that drive revenue.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" y="3291840"/>
            <a:ext cx="54864" cy="6858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Retention Systems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017520" y="33375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CRM, email list, or social media presence. Can promote game nights, beginner events, and drive repeat visits.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4069080"/>
            <a:ext cx="54864" cy="6858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114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&amp; Events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017520" y="41148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game nights, tournaments, teaching sessions. Understands that engagement = dwell time = revenue.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Non-ICP: Walk Away Signals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960120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05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Lending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017520" y="1005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are borrowed for free with no cover charge. No value capture at point of engagement — customers walk in and out without spending.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737360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783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Cost-Only Mindset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017520" y="1783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only sees subscription as an expense, never as a revenue multiplier. Asks "how do I make this back" instead of "how does this grow my business."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514600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560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Teaching Culture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017520" y="2560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doesn't teach games or engage customers. Store feels empty. No incentive for customers to stay and play in-store.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" y="3291840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CRM / No Outreach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017520" y="33375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contact customers for events or promotions. No email list, no loyalty program, no way to drive repeat visits.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4069080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114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Pessimistic Ownership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017520" y="41148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ROI data, doesn't believe in investing in the business. You'd have to fix their entire operation before your product can work.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Business Model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GameMaster AI unlocks revenue streams that only work when customers stay &amp; play in-store.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4572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 Fee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$5–$10/visit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94960" cy="457200"/>
          </a:xfrm>
          <a:prstGeom prst="rect">
            <a:avLst/>
          </a:prstGeom>
          <a:solidFill>
            <a:srgbClr val="1B8A7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Bev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$8–$20/group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4846320" cy="457200"/>
          </a:xfrm>
          <a:prstGeom prst="rect">
            <a:avLst/>
          </a:prstGeom>
          <a:solidFill>
            <a:srgbClr val="17807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Sales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buys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4297680" cy="457200"/>
          </a:xfrm>
          <a:prstGeom prst="rect">
            <a:avLst/>
          </a:prstGeom>
          <a:solidFill>
            <a:srgbClr val="12766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Visits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2–4x/month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749040" cy="457200"/>
          </a:xfrm>
          <a:prstGeom prst="rect">
            <a:avLst/>
          </a:prstGeom>
          <a:solidFill>
            <a:srgbClr val="0D6C5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nights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0" y="1828800"/>
            <a:ext cx="3383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Dwell Time Equation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22860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stays = more spend. GameMaster AI removes the #1 barrier (learning time) and converts it into play time.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lending kills dwell time — customers take games home. No dwell time = no ancillary revenue.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Different Pitches for Two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2228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ICP Pitch: Labor Replacement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"Replace $2,400–$4,800/mo in teaching labor costs with a $99–$349/mo subscription."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measurable ROI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an existing pain point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 owner to justify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economics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CONVERSION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2228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Non-ICP Pitch: Speculative Upside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"Maybe people will stay longer and buy things if we help them learn games faster."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Speculative, no proven baseline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business model change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must believe in investment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become unpaid consultant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CONVERSION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Qualifying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before investing time in a prospect. Red flags = walk away.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4416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charge a cover fee or entry charge?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4813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43400" y="134416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$5–$10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813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134416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everything is free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0080" y="207568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have staff that teaches games?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2128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43400" y="207568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it's a big part of our model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21284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03720" y="207568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people figure it out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40080" y="28072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contact your regulars?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294436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43400" y="280720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list, social, CRM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94436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03720" y="280720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really do that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640080" y="353872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run game nights or events?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40" y="3675888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343400" y="353872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regularly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675888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03720" y="353872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not really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19"/>
          <p:cNvSpPr/>
          <p:nvPr/>
        </p:nvSpPr>
        <p:spPr>
          <a:xfrm>
            <a:off x="640080" y="427024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think about ROI on tools?</a:t>
            </a:r>
            <a:endParaRPr lang="en-US" sz="12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40" y="4407408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343400" y="427024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drives revenue, it's worth it</a:t>
            </a:r>
            <a:endParaRPr lang="en-US" sz="11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4407408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903720" y="427024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just look at what it costs 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371600" y="2926080"/>
            <a:ext cx="6400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sell to venues that need you to fix their business first.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to venues that already have the infrastructure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just need the tool.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free trials with non-ICP venues for data collection only.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GameMaster AI - Ideal Customer Profile</dc:title>
  <dc:subject>PptxGenJS Presentation</dc:subject>
  <dc:creator>Tim</dc:creator>
  <cp:lastModifiedBy>Tim</cp:lastModifiedBy>
  <cp:revision>1</cp:revision>
  <dcterms:created xsi:type="dcterms:W3CDTF">2026-02-25T02:46:30Z</dcterms:created>
  <dcterms:modified xsi:type="dcterms:W3CDTF">2026-02-25T02:46:30Z</dcterms:modified>
</cp:coreProperties>
</file>